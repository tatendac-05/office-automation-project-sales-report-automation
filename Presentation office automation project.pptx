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62" r:id="rId3"/>
    <p:sldId id="257" r:id="rId4"/>
    <p:sldId id="263" r:id="rId5"/>
    <p:sldId id="258" r:id="rId6"/>
    <p:sldId id="267" r:id="rId7"/>
    <p:sldId id="268" r:id="rId8"/>
    <p:sldId id="259" r:id="rId9"/>
    <p:sldId id="260" r:id="rId10"/>
    <p:sldId id="261" r:id="rId11"/>
    <p:sldId id="264" r:id="rId12"/>
    <p:sldId id="265" r:id="rId13"/>
    <p:sldId id="266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66AFB7-FFA0-41A9-A418-CBBC0AC44F4B}" v="16" dt="2025-10-30T17:44:30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enda chikopfa" userId="47a7bf15afe0cffd" providerId="LiveId" clId="{48819B51-F7DA-479B-8A76-150F99AA8F23}"/>
    <pc:docChg chg="undo custSel addSld modSld">
      <pc:chgData name="Tatenda chikopfa" userId="47a7bf15afe0cffd" providerId="LiveId" clId="{48819B51-F7DA-479B-8A76-150F99AA8F23}" dt="2025-10-30T17:50:07.583" v="570" actId="313"/>
      <pc:docMkLst>
        <pc:docMk/>
      </pc:docMkLst>
      <pc:sldChg chg="addSp delSp modSp mod">
        <pc:chgData name="Tatenda chikopfa" userId="47a7bf15afe0cffd" providerId="LiveId" clId="{48819B51-F7DA-479B-8A76-150F99AA8F23}" dt="2025-10-30T17:39:07.847" v="372" actId="20577"/>
        <pc:sldMkLst>
          <pc:docMk/>
          <pc:sldMk cId="109857222" sldId="256"/>
        </pc:sldMkLst>
        <pc:spChg chg="mod">
          <ac:chgData name="Tatenda chikopfa" userId="47a7bf15afe0cffd" providerId="LiveId" clId="{48819B51-F7DA-479B-8A76-150F99AA8F23}" dt="2025-10-30T10:02:03.067" v="155" actId="20577"/>
          <ac:spMkLst>
            <pc:docMk/>
            <pc:sldMk cId="109857222" sldId="256"/>
            <ac:spMk id="3" creationId="{00000000-0000-0000-0000-000000000000}"/>
          </ac:spMkLst>
        </pc:spChg>
        <pc:spChg chg="mod">
          <ac:chgData name="Tatenda chikopfa" userId="47a7bf15afe0cffd" providerId="LiveId" clId="{48819B51-F7DA-479B-8A76-150F99AA8F23}" dt="2025-10-30T17:39:07.847" v="372" actId="20577"/>
          <ac:spMkLst>
            <pc:docMk/>
            <pc:sldMk cId="109857222" sldId="256"/>
            <ac:spMk id="5" creationId="{C50889EE-B548-0C79-F6DB-F0992337ACB4}"/>
          </ac:spMkLst>
        </pc:spChg>
        <pc:picChg chg="del">
          <ac:chgData name="Tatenda chikopfa" userId="47a7bf15afe0cffd" providerId="LiveId" clId="{48819B51-F7DA-479B-8A76-150F99AA8F23}" dt="2025-10-30T09:48:10.025" v="77" actId="478"/>
          <ac:picMkLst>
            <pc:docMk/>
            <pc:sldMk cId="109857222" sldId="256"/>
            <ac:picMk id="4" creationId="{B6C520B8-3F75-51AC-2482-A14EEDE7314A}"/>
          </ac:picMkLst>
        </pc:picChg>
        <pc:picChg chg="add del mod">
          <ac:chgData name="Tatenda chikopfa" userId="47a7bf15afe0cffd" providerId="LiveId" clId="{48819B51-F7DA-479B-8A76-150F99AA8F23}" dt="2025-10-30T09:59:08.003" v="89" actId="478"/>
          <ac:picMkLst>
            <pc:docMk/>
            <pc:sldMk cId="109857222" sldId="256"/>
            <ac:picMk id="7" creationId="{DC7B3E7F-ADB0-EA91-AF68-99F93969A2AF}"/>
          </ac:picMkLst>
        </pc:picChg>
        <pc:picChg chg="add mod">
          <ac:chgData name="Tatenda chikopfa" userId="47a7bf15afe0cffd" providerId="LiveId" clId="{48819B51-F7DA-479B-8A76-150F99AA8F23}" dt="2025-10-30T10:00:59.609" v="112" actId="14100"/>
          <ac:picMkLst>
            <pc:docMk/>
            <pc:sldMk cId="109857222" sldId="256"/>
            <ac:picMk id="11" creationId="{B892A204-CA16-4A04-C13B-491E429E57DF}"/>
          </ac:picMkLst>
        </pc:picChg>
      </pc:sldChg>
      <pc:sldChg chg="modSp mod">
        <pc:chgData name="Tatenda chikopfa" userId="47a7bf15afe0cffd" providerId="LiveId" clId="{48819B51-F7DA-479B-8A76-150F99AA8F23}" dt="2025-10-30T17:39:50.864" v="396" actId="33524"/>
        <pc:sldMkLst>
          <pc:docMk/>
          <pc:sldMk cId="3505040292" sldId="257"/>
        </pc:sldMkLst>
        <pc:spChg chg="mod">
          <ac:chgData name="Tatenda chikopfa" userId="47a7bf15afe0cffd" providerId="LiveId" clId="{48819B51-F7DA-479B-8A76-150F99AA8F23}" dt="2025-10-30T10:02:40.782" v="188" actId="20577"/>
          <ac:spMkLst>
            <pc:docMk/>
            <pc:sldMk cId="3505040292" sldId="257"/>
            <ac:spMk id="2" creationId="{1C850D32-6DED-1D4A-1EAA-2DBBDD0174DB}"/>
          </ac:spMkLst>
        </pc:spChg>
        <pc:spChg chg="mod">
          <ac:chgData name="Tatenda chikopfa" userId="47a7bf15afe0cffd" providerId="LiveId" clId="{48819B51-F7DA-479B-8A76-150F99AA8F23}" dt="2025-10-30T17:39:50.864" v="396" actId="33524"/>
          <ac:spMkLst>
            <pc:docMk/>
            <pc:sldMk cId="3505040292" sldId="257"/>
            <ac:spMk id="3" creationId="{A79AFAE2-9759-7BF0-6ED2-BE98B8E398A5}"/>
          </ac:spMkLst>
        </pc:spChg>
        <pc:spChg chg="mod">
          <ac:chgData name="Tatenda chikopfa" userId="47a7bf15afe0cffd" providerId="LiveId" clId="{48819B51-F7DA-479B-8A76-150F99AA8F23}" dt="2025-10-30T17:39:38.603" v="394" actId="20577"/>
          <ac:spMkLst>
            <pc:docMk/>
            <pc:sldMk cId="3505040292" sldId="257"/>
            <ac:spMk id="5" creationId="{D208BD61-BB74-99FD-9024-62C4688FE218}"/>
          </ac:spMkLst>
        </pc:spChg>
      </pc:sldChg>
      <pc:sldChg chg="modSp mod">
        <pc:chgData name="Tatenda chikopfa" userId="47a7bf15afe0cffd" providerId="LiveId" clId="{48819B51-F7DA-479B-8A76-150F99AA8F23}" dt="2025-10-30T17:40:21.851" v="423" actId="20577"/>
        <pc:sldMkLst>
          <pc:docMk/>
          <pc:sldMk cId="3863450604" sldId="258"/>
        </pc:sldMkLst>
        <pc:spChg chg="mod">
          <ac:chgData name="Tatenda chikopfa" userId="47a7bf15afe0cffd" providerId="LiveId" clId="{48819B51-F7DA-479B-8A76-150F99AA8F23}" dt="2025-10-30T10:03:19.215" v="195" actId="20577"/>
          <ac:spMkLst>
            <pc:docMk/>
            <pc:sldMk cId="3863450604" sldId="258"/>
            <ac:spMk id="3" creationId="{9567050D-C33D-ECF7-2519-0180A060D509}"/>
          </ac:spMkLst>
        </pc:spChg>
        <pc:spChg chg="mod">
          <ac:chgData name="Tatenda chikopfa" userId="47a7bf15afe0cffd" providerId="LiveId" clId="{48819B51-F7DA-479B-8A76-150F99AA8F23}" dt="2025-10-30T17:40:21.851" v="423" actId="20577"/>
          <ac:spMkLst>
            <pc:docMk/>
            <pc:sldMk cId="3863450604" sldId="258"/>
            <ac:spMk id="4" creationId="{95F59C3E-6C16-9BCD-AAD1-4332F3C9453E}"/>
          </ac:spMkLst>
        </pc:spChg>
      </pc:sldChg>
      <pc:sldChg chg="modSp mod">
        <pc:chgData name="Tatenda chikopfa" userId="47a7bf15afe0cffd" providerId="LiveId" clId="{48819B51-F7DA-479B-8A76-150F99AA8F23}" dt="2025-10-30T17:40:51.186" v="456" actId="20577"/>
        <pc:sldMkLst>
          <pc:docMk/>
          <pc:sldMk cId="635014089" sldId="259"/>
        </pc:sldMkLst>
        <pc:spChg chg="mod">
          <ac:chgData name="Tatenda chikopfa" userId="47a7bf15afe0cffd" providerId="LiveId" clId="{48819B51-F7DA-479B-8A76-150F99AA8F23}" dt="2025-10-30T17:40:51.186" v="456" actId="20577"/>
          <ac:spMkLst>
            <pc:docMk/>
            <pc:sldMk cId="635014089" sldId="259"/>
            <ac:spMk id="4" creationId="{E68DDC60-0AB4-46B4-712B-AD529AA77217}"/>
          </ac:spMkLst>
        </pc:spChg>
      </pc:sldChg>
      <pc:sldChg chg="modSp mod">
        <pc:chgData name="Tatenda chikopfa" userId="47a7bf15afe0cffd" providerId="LiveId" clId="{48819B51-F7DA-479B-8A76-150F99AA8F23}" dt="2025-10-30T17:50:07.583" v="570" actId="313"/>
        <pc:sldMkLst>
          <pc:docMk/>
          <pc:sldMk cId="2168412586" sldId="260"/>
        </pc:sldMkLst>
        <pc:spChg chg="mod">
          <ac:chgData name="Tatenda chikopfa" userId="47a7bf15afe0cffd" providerId="LiveId" clId="{48819B51-F7DA-479B-8A76-150F99AA8F23}" dt="2025-10-30T17:50:07.583" v="570" actId="313"/>
          <ac:spMkLst>
            <pc:docMk/>
            <pc:sldMk cId="2168412586" sldId="260"/>
            <ac:spMk id="3" creationId="{44A6021A-D821-27DE-9C4C-DABA32D7D60A}"/>
          </ac:spMkLst>
        </pc:spChg>
        <pc:spChg chg="mod">
          <ac:chgData name="Tatenda chikopfa" userId="47a7bf15afe0cffd" providerId="LiveId" clId="{48819B51-F7DA-479B-8A76-150F99AA8F23}" dt="2025-10-30T17:41:13.513" v="480" actId="20577"/>
          <ac:spMkLst>
            <pc:docMk/>
            <pc:sldMk cId="2168412586" sldId="260"/>
            <ac:spMk id="4" creationId="{ABDCDB7B-1C9E-C1FC-67C2-9154DA166E19}"/>
          </ac:spMkLst>
        </pc:spChg>
      </pc:sldChg>
      <pc:sldChg chg="addSp delSp modSp mod">
        <pc:chgData name="Tatenda chikopfa" userId="47a7bf15afe0cffd" providerId="LiveId" clId="{48819B51-F7DA-479B-8A76-150F99AA8F23}" dt="2025-10-30T17:42:27.033" v="499" actId="20577"/>
        <pc:sldMkLst>
          <pc:docMk/>
          <pc:sldMk cId="1184088628" sldId="261"/>
        </pc:sldMkLst>
        <pc:spChg chg="add del mod">
          <ac:chgData name="Tatenda chikopfa" userId="47a7bf15afe0cffd" providerId="LiveId" clId="{48819B51-F7DA-479B-8A76-150F99AA8F23}" dt="2025-10-30T17:42:27.033" v="499" actId="20577"/>
          <ac:spMkLst>
            <pc:docMk/>
            <pc:sldMk cId="1184088628" sldId="261"/>
            <ac:spMk id="4" creationId="{BB4C2E4F-882C-6A51-42DD-DB28A6442A64}"/>
          </ac:spMkLst>
        </pc:spChg>
        <pc:spChg chg="add del mod">
          <ac:chgData name="Tatenda chikopfa" userId="47a7bf15afe0cffd" providerId="LiveId" clId="{48819B51-F7DA-479B-8A76-150F99AA8F23}" dt="2025-10-30T17:42:12.787" v="487" actId="22"/>
          <ac:spMkLst>
            <pc:docMk/>
            <pc:sldMk cId="1184088628" sldId="261"/>
            <ac:spMk id="6" creationId="{5A4AC642-AE6C-D342-8E38-399CCDBDA2D5}"/>
          </ac:spMkLst>
        </pc:spChg>
      </pc:sldChg>
      <pc:sldChg chg="modSp mod">
        <pc:chgData name="Tatenda chikopfa" userId="47a7bf15afe0cffd" providerId="LiveId" clId="{48819B51-F7DA-479B-8A76-150F99AA8F23}" dt="2025-10-30T17:38:41.824" v="364" actId="20577"/>
        <pc:sldMkLst>
          <pc:docMk/>
          <pc:sldMk cId="1418413760" sldId="262"/>
        </pc:sldMkLst>
        <pc:spChg chg="mod">
          <ac:chgData name="Tatenda chikopfa" userId="47a7bf15afe0cffd" providerId="LiveId" clId="{48819B51-F7DA-479B-8A76-150F99AA8F23}" dt="2025-10-30T17:38:41.824" v="364" actId="20577"/>
          <ac:spMkLst>
            <pc:docMk/>
            <pc:sldMk cId="1418413760" sldId="262"/>
            <ac:spMk id="5" creationId="{23DAB374-9888-77DB-0475-BBA677E6232B}"/>
          </ac:spMkLst>
        </pc:spChg>
      </pc:sldChg>
      <pc:sldChg chg="delSp modSp mod">
        <pc:chgData name="Tatenda chikopfa" userId="47a7bf15afe0cffd" providerId="LiveId" clId="{48819B51-F7DA-479B-8A76-150F99AA8F23}" dt="2025-10-30T17:39:59.182" v="397" actId="313"/>
        <pc:sldMkLst>
          <pc:docMk/>
          <pc:sldMk cId="3000048911" sldId="263"/>
        </pc:sldMkLst>
        <pc:spChg chg="mod">
          <ac:chgData name="Tatenda chikopfa" userId="47a7bf15afe0cffd" providerId="LiveId" clId="{48819B51-F7DA-479B-8A76-150F99AA8F23}" dt="2025-10-30T17:39:59.182" v="397" actId="313"/>
          <ac:spMkLst>
            <pc:docMk/>
            <pc:sldMk cId="3000048911" sldId="263"/>
            <ac:spMk id="3" creationId="{FD61C679-F167-7C0B-0F93-0B49C07E907A}"/>
          </ac:spMkLst>
        </pc:spChg>
        <pc:spChg chg="del">
          <ac:chgData name="Tatenda chikopfa" userId="47a7bf15afe0cffd" providerId="LiveId" clId="{48819B51-F7DA-479B-8A76-150F99AA8F23}" dt="2025-10-30T17:37:18.558" v="292" actId="478"/>
          <ac:spMkLst>
            <pc:docMk/>
            <pc:sldMk cId="3000048911" sldId="263"/>
            <ac:spMk id="4" creationId="{FA1CA53E-A518-1385-5C02-14E3DFA32234}"/>
          </ac:spMkLst>
        </pc:spChg>
      </pc:sldChg>
      <pc:sldChg chg="modSp mod">
        <pc:chgData name="Tatenda chikopfa" userId="47a7bf15afe0cffd" providerId="LiveId" clId="{48819B51-F7DA-479B-8A76-150F99AA8F23}" dt="2025-10-30T17:42:43.597" v="510" actId="20577"/>
        <pc:sldMkLst>
          <pc:docMk/>
          <pc:sldMk cId="2783438360" sldId="264"/>
        </pc:sldMkLst>
        <pc:spChg chg="mod">
          <ac:chgData name="Tatenda chikopfa" userId="47a7bf15afe0cffd" providerId="LiveId" clId="{48819B51-F7DA-479B-8A76-150F99AA8F23}" dt="2025-10-30T17:42:43.597" v="510" actId="20577"/>
          <ac:spMkLst>
            <pc:docMk/>
            <pc:sldMk cId="2783438360" sldId="264"/>
            <ac:spMk id="5" creationId="{8E0FFE1D-29ED-30D2-84F2-57651422D55A}"/>
          </ac:spMkLst>
        </pc:spChg>
      </pc:sldChg>
      <pc:sldChg chg="modSp mod">
        <pc:chgData name="Tatenda chikopfa" userId="47a7bf15afe0cffd" providerId="LiveId" clId="{48819B51-F7DA-479B-8A76-150F99AA8F23}" dt="2025-10-30T17:43:07.292" v="521" actId="20577"/>
        <pc:sldMkLst>
          <pc:docMk/>
          <pc:sldMk cId="1018630868" sldId="265"/>
        </pc:sldMkLst>
        <pc:spChg chg="mod">
          <ac:chgData name="Tatenda chikopfa" userId="47a7bf15afe0cffd" providerId="LiveId" clId="{48819B51-F7DA-479B-8A76-150F99AA8F23}" dt="2025-10-30T10:04:11.826" v="196" actId="20577"/>
          <ac:spMkLst>
            <pc:docMk/>
            <pc:sldMk cId="1018630868" sldId="265"/>
            <ac:spMk id="3" creationId="{43F9E564-336A-C12D-5257-16F6DD628041}"/>
          </ac:spMkLst>
        </pc:spChg>
        <pc:spChg chg="mod">
          <ac:chgData name="Tatenda chikopfa" userId="47a7bf15afe0cffd" providerId="LiveId" clId="{48819B51-F7DA-479B-8A76-150F99AA8F23}" dt="2025-10-30T17:43:07.292" v="521" actId="20577"/>
          <ac:spMkLst>
            <pc:docMk/>
            <pc:sldMk cId="1018630868" sldId="265"/>
            <ac:spMk id="5" creationId="{DAAD9419-98FF-8152-4D77-5BD0E191E67C}"/>
          </ac:spMkLst>
        </pc:spChg>
      </pc:sldChg>
      <pc:sldChg chg="modSp mod">
        <pc:chgData name="Tatenda chikopfa" userId="47a7bf15afe0cffd" providerId="LiveId" clId="{48819B51-F7DA-479B-8A76-150F99AA8F23}" dt="2025-10-30T17:43:29.392" v="532" actId="20577"/>
        <pc:sldMkLst>
          <pc:docMk/>
          <pc:sldMk cId="974195160" sldId="266"/>
        </pc:sldMkLst>
        <pc:spChg chg="mod">
          <ac:chgData name="Tatenda chikopfa" userId="47a7bf15afe0cffd" providerId="LiveId" clId="{48819B51-F7DA-479B-8A76-150F99AA8F23}" dt="2025-10-30T17:43:29.392" v="532" actId="20577"/>
          <ac:spMkLst>
            <pc:docMk/>
            <pc:sldMk cId="974195160" sldId="266"/>
            <ac:spMk id="5" creationId="{3F2143D2-7656-A804-3DC1-95C65FB4C2E7}"/>
          </ac:spMkLst>
        </pc:spChg>
      </pc:sldChg>
      <pc:sldChg chg="addSp modSp new mod">
        <pc:chgData name="Tatenda chikopfa" userId="47a7bf15afe0cffd" providerId="LiveId" clId="{48819B51-F7DA-479B-8A76-150F99AA8F23}" dt="2025-10-30T17:44:15.123" v="554" actId="20577"/>
        <pc:sldMkLst>
          <pc:docMk/>
          <pc:sldMk cId="2928861621" sldId="267"/>
        </pc:sldMkLst>
        <pc:spChg chg="mod">
          <ac:chgData name="Tatenda chikopfa" userId="47a7bf15afe0cffd" providerId="LiveId" clId="{48819B51-F7DA-479B-8A76-150F99AA8F23}" dt="2025-10-30T10:08:06.889" v="198"/>
          <ac:spMkLst>
            <pc:docMk/>
            <pc:sldMk cId="2928861621" sldId="267"/>
            <ac:spMk id="2" creationId="{DA2D2B6A-220A-1AAE-F418-6380ED94472A}"/>
          </ac:spMkLst>
        </pc:spChg>
        <pc:spChg chg="mod">
          <ac:chgData name="Tatenda chikopfa" userId="47a7bf15afe0cffd" providerId="LiveId" clId="{48819B51-F7DA-479B-8A76-150F99AA8F23}" dt="2025-10-30T10:10:56.427" v="243" actId="123"/>
          <ac:spMkLst>
            <pc:docMk/>
            <pc:sldMk cId="2928861621" sldId="267"/>
            <ac:spMk id="3" creationId="{A9469205-2ADC-A4D7-8DBA-35F27CC2FA5E}"/>
          </ac:spMkLst>
        </pc:spChg>
        <pc:spChg chg="mod">
          <ac:chgData name="Tatenda chikopfa" userId="47a7bf15afe0cffd" providerId="LiveId" clId="{48819B51-F7DA-479B-8A76-150F99AA8F23}" dt="2025-10-30T17:44:15.123" v="554" actId="20577"/>
          <ac:spMkLst>
            <pc:docMk/>
            <pc:sldMk cId="2928861621" sldId="267"/>
            <ac:spMk id="4" creationId="{5B0A1C89-8105-5B6A-8DFE-F79D38AABC19}"/>
          </ac:spMkLst>
        </pc:spChg>
        <pc:picChg chg="add mod">
          <ac:chgData name="Tatenda chikopfa" userId="47a7bf15afe0cffd" providerId="LiveId" clId="{48819B51-F7DA-479B-8A76-150F99AA8F23}" dt="2025-10-30T10:15:12.779" v="272" actId="1076"/>
          <ac:picMkLst>
            <pc:docMk/>
            <pc:sldMk cId="2928861621" sldId="267"/>
            <ac:picMk id="5" creationId="{5F4002C6-C08D-2718-1074-AB8066044CB5}"/>
          </ac:picMkLst>
        </pc:picChg>
      </pc:sldChg>
      <pc:sldChg chg="addSp modSp new mod">
        <pc:chgData name="Tatenda chikopfa" userId="47a7bf15afe0cffd" providerId="LiveId" clId="{48819B51-F7DA-479B-8A76-150F99AA8F23}" dt="2025-10-30T17:44:43.327" v="569" actId="20577"/>
        <pc:sldMkLst>
          <pc:docMk/>
          <pc:sldMk cId="2879144981" sldId="268"/>
        </pc:sldMkLst>
        <pc:spChg chg="mod">
          <ac:chgData name="Tatenda chikopfa" userId="47a7bf15afe0cffd" providerId="LiveId" clId="{48819B51-F7DA-479B-8A76-150F99AA8F23}" dt="2025-10-30T10:11:35.122" v="246"/>
          <ac:spMkLst>
            <pc:docMk/>
            <pc:sldMk cId="2879144981" sldId="268"/>
            <ac:spMk id="2" creationId="{E8FB3CD8-E6A1-37A9-772F-E0F073E45577}"/>
          </ac:spMkLst>
        </pc:spChg>
        <pc:spChg chg="mod">
          <ac:chgData name="Tatenda chikopfa" userId="47a7bf15afe0cffd" providerId="LiveId" clId="{48819B51-F7DA-479B-8A76-150F99AA8F23}" dt="2025-10-30T10:12:03.703" v="261" actId="20577"/>
          <ac:spMkLst>
            <pc:docMk/>
            <pc:sldMk cId="2879144981" sldId="268"/>
            <ac:spMk id="3" creationId="{7DC57D08-BCE2-D109-80EC-087BE6FBC640}"/>
          </ac:spMkLst>
        </pc:spChg>
        <pc:spChg chg="mod">
          <ac:chgData name="Tatenda chikopfa" userId="47a7bf15afe0cffd" providerId="LiveId" clId="{48819B51-F7DA-479B-8A76-150F99AA8F23}" dt="2025-10-30T17:44:43.327" v="569" actId="20577"/>
          <ac:spMkLst>
            <pc:docMk/>
            <pc:sldMk cId="2879144981" sldId="268"/>
            <ac:spMk id="4" creationId="{63B3313D-DCB2-59B6-093C-954A8EA33118}"/>
          </ac:spMkLst>
        </pc:spChg>
        <pc:picChg chg="add mod">
          <ac:chgData name="Tatenda chikopfa" userId="47a7bf15afe0cffd" providerId="LiveId" clId="{48819B51-F7DA-479B-8A76-150F99AA8F23}" dt="2025-10-30T10:14:45.773" v="270" actId="14100"/>
          <ac:picMkLst>
            <pc:docMk/>
            <pc:sldMk cId="2879144981" sldId="268"/>
            <ac:picMk id="6" creationId="{0BEA081B-C93E-C9C9-C661-12C775A78CCC}"/>
          </ac:picMkLst>
        </pc:picChg>
      </pc:sldChg>
      <pc:sldChg chg="delSp modSp new mod">
        <pc:chgData name="Tatenda chikopfa" userId="47a7bf15afe0cffd" providerId="LiveId" clId="{48819B51-F7DA-479B-8A76-150F99AA8F23}" dt="2025-10-30T17:43:49.693" v="543" actId="20577"/>
        <pc:sldMkLst>
          <pc:docMk/>
          <pc:sldMk cId="683179598" sldId="269"/>
        </pc:sldMkLst>
        <pc:spChg chg="del mod">
          <ac:chgData name="Tatenda chikopfa" userId="47a7bf15afe0cffd" providerId="LiveId" clId="{48819B51-F7DA-479B-8A76-150F99AA8F23}" dt="2025-10-30T10:16:13.644" v="287" actId="478"/>
          <ac:spMkLst>
            <pc:docMk/>
            <pc:sldMk cId="683179598" sldId="269"/>
            <ac:spMk id="2" creationId="{82F18156-0DC4-CBED-90FB-0322EB0C94B5}"/>
          </ac:spMkLst>
        </pc:spChg>
        <pc:spChg chg="mod">
          <ac:chgData name="Tatenda chikopfa" userId="47a7bf15afe0cffd" providerId="LiveId" clId="{48819B51-F7DA-479B-8A76-150F99AA8F23}" dt="2025-10-30T10:16:25.920" v="291" actId="122"/>
          <ac:spMkLst>
            <pc:docMk/>
            <pc:sldMk cId="683179598" sldId="269"/>
            <ac:spMk id="3" creationId="{6F1AFE9D-4CA4-A3F5-338E-0AE0046172C5}"/>
          </ac:spMkLst>
        </pc:spChg>
        <pc:spChg chg="mod">
          <ac:chgData name="Tatenda chikopfa" userId="47a7bf15afe0cffd" providerId="LiveId" clId="{48819B51-F7DA-479B-8A76-150F99AA8F23}" dt="2025-10-30T17:43:49.693" v="543" actId="20577"/>
          <ac:spMkLst>
            <pc:docMk/>
            <pc:sldMk cId="683179598" sldId="269"/>
            <ac:spMk id="4" creationId="{014F5430-CB92-80EE-7B1F-D8F2CE1FDC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518426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74183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1331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02665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3574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643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8138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645214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56457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49814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857223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2719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806840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831251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279907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335952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616475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dirty="0"/>
              <a:t>25BCA10360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571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  <p:sldLayoutId id="2147483778" r:id="rId15"/>
    <p:sldLayoutId id="2147483779" r:id="rId16"/>
    <p:sldLayoutId id="2147483780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FB5D1BB-0703-437B-BD1E-1D07F8A27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886586B-3F0F-4593-B272-AE75AD0F0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0DEB59-BF94-41B5-8F16-8B10442EE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A3BEF6F-FC03-43B1-8D1B-8DA3A360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49BA32-A501-4C79-9A72-92587AB9E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83F92AF-2403-4558-B1D7-72130A1E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Sales Report Automation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5824" y="2556932"/>
            <a:ext cx="3360771" cy="331893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SUSAN MASUNGA</a:t>
            </a:r>
          </a:p>
          <a:p>
            <a:pPr algn="l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TATENDA CHIKOPFA</a:t>
            </a:r>
          </a:p>
          <a:p>
            <a:pPr algn="l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HLEI NAI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25BCA10360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25BCA10438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25BCA10399</a:t>
            </a:r>
          </a:p>
          <a:p>
            <a:pPr algn="l">
              <a:buSzPct val="114999"/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25BCA-2B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OFFICE AUTOMATION</a:t>
            </a:r>
          </a:p>
          <a:p>
            <a:pPr algn="l"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CHANDIGARH UNIVERSITY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89EE-B548-0C79-F6DB-F0992337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25BCA10360</a:t>
            </a:r>
            <a:r>
              <a:rPr lang="en-US" dirty="0"/>
              <a:t>  25BCA10438  25BCA10399</a:t>
            </a:r>
            <a:endParaRPr lang="en-US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A screenshot of a dashboard">
            <a:extLst>
              <a:ext uri="{FF2B5EF4-FFF2-40B4-BE49-F238E27FC236}">
                <a16:creationId xmlns:a16="http://schemas.microsoft.com/office/drawing/2014/main" id="{B892A204-CA16-4A04-C13B-491E429E57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35" y="1250696"/>
            <a:ext cx="5665941" cy="411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AA79-611B-1F2C-CAC7-3A8404C0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Sales Report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4B475-C947-2883-52B6-94846A236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Report Automation uses software to collect, process, and generate sales data automation. It saves time, reduces manual errors, and provides real-time </a:t>
            </a:r>
            <a:r>
              <a:rPr lang="en-US"/>
              <a:t>insights.</a:t>
            </a:r>
            <a:endParaRPr lang="en-US" dirty="0"/>
          </a:p>
        </p:txBody>
      </p:sp>
      <p:pic>
        <p:nvPicPr>
          <p:cNvPr id="4" name="Picture 3" descr="A screenshot of a data analysis&#10;&#10;AI-generated content may be incorrect.">
            <a:extLst>
              <a:ext uri="{FF2B5EF4-FFF2-40B4-BE49-F238E27FC236}">
                <a16:creationId xmlns:a16="http://schemas.microsoft.com/office/drawing/2014/main" id="{A6BDD8D0-57C3-47D3-E337-A27037E15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776" y="3429000"/>
            <a:ext cx="4883808" cy="244415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AB374-9888-77DB-0475-BBA677E6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</p:txBody>
      </p:sp>
    </p:spTree>
    <p:extLst>
      <p:ext uri="{BB962C8B-B14F-4D97-AF65-F5344CB8AC3E}">
        <p14:creationId xmlns:p14="http://schemas.microsoft.com/office/powerpoint/2010/main" val="141841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0D32-6DED-1D4A-1EAA-2DBBDD01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Report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FAE2-9759-7BF0-6ED2-BE98B8E39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any business sales data plays a crucial role in decision making. Traditionally preparing sales reports is a manual and time-consuming task involving data collection, sorting and analysis. Sales Report Automation simplifies this process by automatically generating accurate, up to date reports from sales data.</a:t>
            </a:r>
          </a:p>
          <a:p>
            <a:r>
              <a:rPr lang="en-US" dirty="0"/>
              <a:t>This project focuses on developing a system that can collect, analyze, and present sales information automatically, saving time, reducing errors, and improving management efficiency.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8BD61-BB74-99FD-9024-62C4688F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25BCA399</a:t>
            </a:r>
          </a:p>
        </p:txBody>
      </p:sp>
    </p:spTree>
    <p:extLst>
      <p:ext uri="{BB962C8B-B14F-4D97-AF65-F5344CB8AC3E}">
        <p14:creationId xmlns:p14="http://schemas.microsoft.com/office/powerpoint/2010/main" val="350504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211A3-4584-E2AA-D09D-0A058BD4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1C679-F167-7C0B-0F93-0B49C07E9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Microsoft Excel (VBA Macros)</a:t>
            </a:r>
          </a:p>
          <a:p>
            <a:pPr marL="457200" indent="-457200">
              <a:buSzPct val="114999"/>
              <a:buAutoNum type="arabicPeriod"/>
            </a:pPr>
            <a:r>
              <a:rPr lang="en-US" dirty="0"/>
              <a:t>Power BI/Tableau</a:t>
            </a:r>
          </a:p>
          <a:p>
            <a:pPr marL="457200" indent="-457200">
              <a:buSzPct val="114999"/>
              <a:buAutoNum type="arabicPeriod"/>
            </a:pPr>
            <a:r>
              <a:rPr lang="en-US" dirty="0"/>
              <a:t>SQL Database</a:t>
            </a:r>
          </a:p>
          <a:p>
            <a:pPr marL="457200" indent="-457200">
              <a:buSzPct val="114999"/>
              <a:buAutoNum type="arabicPeriod"/>
            </a:pPr>
            <a:r>
              <a:rPr lang="en-US" dirty="0"/>
              <a:t>Python/R</a:t>
            </a:r>
          </a:p>
          <a:p>
            <a:pPr marL="457200" indent="-457200">
              <a:buSzPct val="114999"/>
              <a:buAutoNum type="arabicPeriod"/>
            </a:pPr>
            <a:r>
              <a:rPr lang="en-US" dirty="0"/>
              <a:t>Email Automation</a:t>
            </a:r>
          </a:p>
        </p:txBody>
      </p:sp>
    </p:spTree>
    <p:extLst>
      <p:ext uri="{BB962C8B-B14F-4D97-AF65-F5344CB8AC3E}">
        <p14:creationId xmlns:p14="http://schemas.microsoft.com/office/powerpoint/2010/main" val="300004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3E09CCD-42DC-5CD0-7A51-BD777F0B9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solidFill>
                  <a:srgbClr val="262626"/>
                </a:solidFill>
              </a:rPr>
              <a:t>What is Sales Report Automation?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3D Hologram from iPad">
            <a:extLst>
              <a:ext uri="{FF2B5EF4-FFF2-40B4-BE49-F238E27FC236}">
                <a16:creationId xmlns:a16="http://schemas.microsoft.com/office/drawing/2014/main" id="{C7A4A8FF-0171-52B5-DE70-BD2F581746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629" r="-2" b="10974"/>
          <a:stretch>
            <a:fillRect/>
          </a:stretch>
        </p:blipFill>
        <p:spPr>
          <a:xfrm>
            <a:off x="1412683" y="1852728"/>
            <a:ext cx="5278777" cy="2973739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050D-C33D-ECF7-2519-0180A060D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5824" y="2556932"/>
            <a:ext cx="3360771" cy="3318936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262626"/>
                </a:solidFill>
              </a:rPr>
              <a:t>The process of using software tools to automatically:</a:t>
            </a:r>
          </a:p>
          <a:p>
            <a:pPr>
              <a:buSzPct val="114999"/>
            </a:pPr>
            <a:r>
              <a:rPr lang="en-US" dirty="0">
                <a:solidFill>
                  <a:srgbClr val="262626"/>
                </a:solidFill>
              </a:rPr>
              <a:t>Collect data from multiple sources, process and clean the data</a:t>
            </a:r>
          </a:p>
          <a:p>
            <a:pPr>
              <a:buSzPct val="114999"/>
            </a:pPr>
            <a:r>
              <a:rPr lang="en-US" dirty="0">
                <a:solidFill>
                  <a:srgbClr val="262626"/>
                </a:solidFill>
              </a:rPr>
              <a:t>Generates reports and dashboards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59C3E-6C16-9BCD-AAD1-4332F3C9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95401" y="5969000"/>
            <a:ext cx="7305900" cy="2794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</a:rPr>
              <a:t>25BCA10360  25BCA10438  25BCA10399</a:t>
            </a:r>
          </a:p>
        </p:txBody>
      </p:sp>
    </p:spTree>
    <p:extLst>
      <p:ext uri="{BB962C8B-B14F-4D97-AF65-F5344CB8AC3E}">
        <p14:creationId xmlns:p14="http://schemas.microsoft.com/office/powerpoint/2010/main" val="3863450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2B6A-220A-1AAE-F418-6380ED94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Automated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9205-2ADC-A4D7-8DBA-35F27CC2F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1. DATA COLLECTION  </a:t>
            </a:r>
          </a:p>
          <a:p>
            <a:pPr algn="just"/>
            <a:r>
              <a:rPr lang="en-US" dirty="0"/>
              <a:t> CRM Systems   </a:t>
            </a:r>
          </a:p>
          <a:p>
            <a:pPr algn="just"/>
            <a:r>
              <a:rPr lang="en-US" dirty="0"/>
              <a:t>Excel Files  </a:t>
            </a:r>
          </a:p>
          <a:p>
            <a:pPr algn="just"/>
            <a:r>
              <a:rPr lang="en-US" dirty="0"/>
              <a:t>Database Sources</a:t>
            </a:r>
          </a:p>
          <a:p>
            <a:pPr algn="just"/>
            <a:r>
              <a:rPr lang="en-US" dirty="0"/>
              <a:t>2. DATA PROCESSING   </a:t>
            </a:r>
          </a:p>
          <a:p>
            <a:pPr algn="just"/>
            <a:r>
              <a:rPr lang="en-US" dirty="0"/>
              <a:t>Automated Cleaning  </a:t>
            </a:r>
          </a:p>
          <a:p>
            <a:pPr algn="just"/>
            <a:r>
              <a:rPr lang="en-US" dirty="0"/>
              <a:t> Transformation </a:t>
            </a:r>
          </a:p>
          <a:p>
            <a:pPr algn="just"/>
            <a:r>
              <a:rPr lang="en-US" dirty="0"/>
              <a:t>Validation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A1C89-8105-5B6A-8DFE-F79D38AAB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  <p:pic>
        <p:nvPicPr>
          <p:cNvPr id="5" name="Picture 4" descr="A white gear with text overlay">
            <a:extLst>
              <a:ext uri="{FF2B5EF4-FFF2-40B4-BE49-F238E27FC236}">
                <a16:creationId xmlns:a16="http://schemas.microsoft.com/office/drawing/2014/main" id="{5F4002C6-C08D-2718-1074-AB8066044C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330" y="3154248"/>
            <a:ext cx="5089371" cy="283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6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3CD8-E6A1-37A9-772F-E0F073E4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The Automated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57D08-BCE2-D109-80EC-087BE6FBC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3. REPORT GENERATION   </a:t>
            </a:r>
          </a:p>
          <a:p>
            <a:r>
              <a:rPr lang="en-US" dirty="0"/>
              <a:t>Scheduled Reports   </a:t>
            </a:r>
          </a:p>
          <a:p>
            <a:r>
              <a:rPr lang="en-US" dirty="0"/>
              <a:t>Real-time Dashboards</a:t>
            </a:r>
          </a:p>
          <a:p>
            <a:r>
              <a:rPr lang="en-US" dirty="0"/>
              <a:t>4. DISTRIBUTION   </a:t>
            </a:r>
          </a:p>
          <a:p>
            <a:r>
              <a:rPr lang="en-US" dirty="0"/>
              <a:t>Email Alerts   </a:t>
            </a:r>
          </a:p>
          <a:p>
            <a:r>
              <a:rPr lang="en-US" dirty="0"/>
              <a:t> Shared Dashboards   </a:t>
            </a:r>
          </a:p>
          <a:p>
            <a:r>
              <a:rPr lang="en-US" dirty="0"/>
              <a:t>Mobile Access</a:t>
            </a: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3313D-DCB2-59B6-093C-954A8EA33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</p:txBody>
      </p:sp>
      <p:pic>
        <p:nvPicPr>
          <p:cNvPr id="6" name="Picture 5" descr="A white gear with text overlay">
            <a:extLst>
              <a:ext uri="{FF2B5EF4-FFF2-40B4-BE49-F238E27FC236}">
                <a16:creationId xmlns:a16="http://schemas.microsoft.com/office/drawing/2014/main" id="{0BEA081B-C93E-C9C9-C661-12C775A78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759" y="3133493"/>
            <a:ext cx="5089371" cy="283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44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3ECD4-9BEA-62E4-DB0B-59CF44B38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The challenges of Manual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30BD0-0F45-AA2E-1AEB-9496D94FA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>
                <a:solidFill>
                  <a:srgbClr val="262626"/>
                </a:solidFill>
              </a:rPr>
              <a:t>6-8 hours weekly spent on manual data entry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800">
                <a:solidFill>
                  <a:srgbClr val="262626"/>
                </a:solidFill>
              </a:rPr>
              <a:t>15% error rate in manual calculation, humans can make a small error on calculating and it changes everything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800">
                <a:solidFill>
                  <a:srgbClr val="262626"/>
                </a:solidFill>
              </a:rPr>
              <a:t>2-3 days in report generation</a:t>
            </a:r>
          </a:p>
          <a:p>
            <a:pPr>
              <a:lnSpc>
                <a:spcPct val="90000"/>
              </a:lnSpc>
              <a:buSzPct val="114999"/>
            </a:pPr>
            <a:r>
              <a:rPr lang="en-US" sz="1800">
                <a:solidFill>
                  <a:srgbClr val="262626"/>
                </a:solidFill>
              </a:rPr>
              <a:t>Limited time for actual analysis</a:t>
            </a:r>
          </a:p>
          <a:p>
            <a:pPr marL="0" indent="0">
              <a:lnSpc>
                <a:spcPct val="90000"/>
              </a:lnSpc>
              <a:buSzPct val="114999"/>
              <a:buNone/>
            </a:pPr>
            <a:endParaRPr lang="en-US" sz="1800">
              <a:solidFill>
                <a:srgbClr val="262626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BC8C58A6-ADA7-2764-F94A-10995671F1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977" r="-2" b="4970"/>
          <a:stretch>
            <a:fillRect/>
          </a:stretch>
        </p:blipFill>
        <p:spPr>
          <a:xfrm>
            <a:off x="5435910" y="1689769"/>
            <a:ext cx="6098041" cy="342741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DDC60-0AB4-46B4-712B-AD529AA7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25BCA10438  25BCA10399</a:t>
            </a:r>
          </a:p>
        </p:txBody>
      </p:sp>
    </p:spTree>
    <p:extLst>
      <p:ext uri="{BB962C8B-B14F-4D97-AF65-F5344CB8AC3E}">
        <p14:creationId xmlns:p14="http://schemas.microsoft.com/office/powerpoint/2010/main" val="635014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6E5E839-040E-4D3E-B50A-8D803DFE4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F3F4B4-A2E6-47B5-92FB-37BEEAFA4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5DB2FE-9D77-4D33-1E1E-A6D7050F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35508"/>
            <a:ext cx="3354470" cy="5586984"/>
          </a:xfrm>
        </p:spPr>
        <p:txBody>
          <a:bodyPr>
            <a:normAutofit/>
          </a:bodyPr>
          <a:lstStyle/>
          <a:p>
            <a:r>
              <a:rPr lang="en-US" sz="4800">
                <a:solidFill>
                  <a:schemeClr val="tx2"/>
                </a:solidFill>
              </a:rPr>
              <a:t>Key benefits and impact of Sale Report Automaton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124D17-3A82-47D5-80C1-F990ABB1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4082" y="469900"/>
            <a:ext cx="6582982" cy="59182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6021A-D821-27DE-9C4C-DABA32D7D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804" y="954756"/>
            <a:ext cx="5613283" cy="4853888"/>
          </a:xfrm>
        </p:spPr>
        <p:txBody>
          <a:bodyPr anchor="ctr">
            <a:normAutofit lnSpcReduction="10000"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Time Saving – Automation handles repetitive tasks, reducing report generation time significantly</a:t>
            </a:r>
          </a:p>
          <a:p>
            <a:pPr>
              <a:buSzPct val="114999"/>
            </a:pPr>
            <a:r>
              <a:rPr lang="en-US" sz="2200" dirty="0">
                <a:solidFill>
                  <a:schemeClr val="bg1"/>
                </a:solidFill>
              </a:rPr>
              <a:t>Accuracy – Eliminates manual errors, data is 99.9% accuracy. It minimizes manual human errors in sales data processing, ensuring reliable insights.</a:t>
            </a:r>
          </a:p>
          <a:p>
            <a:pPr>
              <a:buSzPct val="114999"/>
            </a:pPr>
            <a:r>
              <a:rPr lang="en-US" sz="2200" dirty="0">
                <a:solidFill>
                  <a:schemeClr val="bg1"/>
                </a:solidFill>
              </a:rPr>
              <a:t>Provides up-to-date data for informed decision making and lets sales teams focus on strategy and customer relationships.</a:t>
            </a:r>
          </a:p>
          <a:p>
            <a:pPr>
              <a:buSzPct val="114999"/>
            </a:pPr>
            <a:r>
              <a:rPr lang="en-US" sz="2200" dirty="0">
                <a:solidFill>
                  <a:schemeClr val="bg1"/>
                </a:solidFill>
              </a:rPr>
              <a:t>To store and manage sales records efficiently and provides quick access to updated intimation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4A78C8-C0E0-45DA-BC2C-2C8D4153B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8325" y="635508"/>
            <a:ext cx="6254496" cy="5586984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DCDB7B-1C9E-C1FC-67C2-9154DA166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</p:txBody>
      </p:sp>
    </p:spTree>
    <p:extLst>
      <p:ext uri="{BB962C8B-B14F-4D97-AF65-F5344CB8AC3E}">
        <p14:creationId xmlns:p14="http://schemas.microsoft.com/office/powerpoint/2010/main" val="216841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D67D537-2E3B-4FA8-95C1-D7E02265D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4DC467-7891-443B-84EA-66A43A3AC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88137"/>
            <a:ext cx="11227442" cy="588329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14300" dist="127000" dir="4800000" sx="99000" sy="99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pic>
        <p:nvPicPr>
          <p:cNvPr id="22" name="Picture 21" descr="Machine in a laboratory">
            <a:extLst>
              <a:ext uri="{FF2B5EF4-FFF2-40B4-BE49-F238E27FC236}">
                <a16:creationId xmlns:a16="http://schemas.microsoft.com/office/drawing/2014/main" id="{DAB817DA-8973-EECD-D2B3-3FFF63672C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14014" r="1" b="7484"/>
          <a:stretch>
            <a:fillRect/>
          </a:stretch>
        </p:blipFill>
        <p:spPr>
          <a:xfrm>
            <a:off x="493217" y="488137"/>
            <a:ext cx="11227442" cy="5883295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4CA33FD-D0C5-4C9F-B64A-AC7E224E1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0"/>
            <a:ext cx="10972800" cy="5638800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A3666-4382-2D33-F23E-64E85711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dirty="0"/>
              <a:t>The Automated Workflow/System Design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F5A80F-0E52-4137-B9D0-92B0AA811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139F4B-2CBD-4156-92F1-B6A65F08F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8288" y="3128956"/>
            <a:ext cx="12234672" cy="658368"/>
            <a:chOff x="-18288" y="3128956"/>
            <a:chExt cx="12234672" cy="658368"/>
          </a:xfrm>
        </p:grpSpPr>
        <p:sp useBgFill="1">
          <p:nvSpPr>
            <p:cNvPr id="37" name="Rounded Rectangle 20">
              <a:extLst>
                <a:ext uri="{FF2B5EF4-FFF2-40B4-BE49-F238E27FC236}">
                  <a16:creationId xmlns:a16="http://schemas.microsoft.com/office/drawing/2014/main" id="{318D8D75-47F8-4373-86E7-D5DBA8913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32303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AD772C03-6ACE-4F15-86B6-E8FF88CE89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8288" y="3154680"/>
              <a:ext cx="777240" cy="606425"/>
            </a:xfrm>
            <a:prstGeom prst="rect">
              <a:avLst/>
            </a:prstGeom>
          </p:spPr>
        </p:pic>
        <p:sp useBgFill="1">
          <p:nvSpPr>
            <p:cNvPr id="39" name="Rounded Rectangle 22">
              <a:extLst>
                <a:ext uri="{FF2B5EF4-FFF2-40B4-BE49-F238E27FC236}">
                  <a16:creationId xmlns:a16="http://schemas.microsoft.com/office/drawing/2014/main" id="{DD5AF6AF-C4BA-4392-8ECA-EBE15C347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14377" y="3128956"/>
              <a:ext cx="45720" cy="658368"/>
            </a:xfrm>
            <a:prstGeom prst="roundRect">
              <a:avLst>
                <a:gd name="adj" fmla="val 50000"/>
              </a:avLst>
            </a:prstGeom>
            <a:ln w="9525">
              <a:noFill/>
            </a:ln>
            <a:effectLst>
              <a:innerShdw blurRad="114300">
                <a:prstClr val="black">
                  <a:alpha val="86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1770AC5D-09DC-4A21-A963-F058C60A8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flipH="1">
              <a:off x="11439144" y="3154680"/>
              <a:ext cx="777240" cy="606425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CB83-568D-BCE5-215E-E05FB8682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r>
              <a:rPr lang="en-US" dirty="0"/>
              <a:t>Data Collection(fetch data from sources)</a:t>
            </a:r>
          </a:p>
          <a:p>
            <a:pPr>
              <a:buSzPct val="114999"/>
            </a:pPr>
            <a:r>
              <a:rPr lang="en-US" dirty="0"/>
              <a:t>Process and clean data</a:t>
            </a:r>
          </a:p>
          <a:p>
            <a:pPr>
              <a:buSzPct val="114999"/>
            </a:pPr>
            <a:r>
              <a:rPr lang="en-US" dirty="0"/>
              <a:t>Generate formatted reports </a:t>
            </a:r>
          </a:p>
          <a:p>
            <a:pPr>
              <a:buSzPct val="114999"/>
            </a:pPr>
            <a:r>
              <a:rPr lang="en-US" dirty="0"/>
              <a:t>Update dashboards</a:t>
            </a:r>
          </a:p>
          <a:p>
            <a:pPr>
              <a:buSzPct val="114999"/>
            </a:pPr>
            <a:r>
              <a:rPr lang="en-US" dirty="0"/>
              <a:t>Auto-share via Email</a:t>
            </a:r>
          </a:p>
          <a:p>
            <a:pPr marL="0" indent="0">
              <a:buSzPct val="114999"/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C2E4F-882C-6A51-42DD-DB28A6442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088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02460-1969-CA68-05EB-034FAD093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solidFill>
                  <a:srgbClr val="262626"/>
                </a:solidFill>
              </a:rPr>
              <a:t>How Sales Report Automation Makes Business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745BC-DAB2-BBEB-276C-67044710F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262626"/>
                </a:solidFill>
              </a:rPr>
              <a:t>Saves Massive Time, fewer mistakes, always updated, fast decisions, better planning and saves money</a:t>
            </a:r>
          </a:p>
          <a:p>
            <a:pPr marL="0" indent="0">
              <a:lnSpc>
                <a:spcPct val="90000"/>
              </a:lnSpc>
              <a:buSzPct val="114999"/>
              <a:buNone/>
            </a:pPr>
            <a:r>
              <a:rPr lang="en-US" sz="2200" dirty="0">
                <a:solidFill>
                  <a:srgbClr val="262626"/>
                </a:solidFill>
              </a:rPr>
              <a:t>Example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262626"/>
                </a:solidFill>
              </a:rPr>
              <a:t>Small shop owner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262626"/>
                </a:solidFill>
              </a:rPr>
              <a:t>Before: Spent Sundays calculating weekly sales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262626"/>
                </a:solidFill>
              </a:rPr>
              <a:t>After: Gets automatic report every Monday morning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262626"/>
                </a:solidFill>
              </a:rPr>
              <a:t>Result: See their performance and has more time as they know exactly what to order.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rgbClr val="262626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rgbClr val="262626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rgbClr val="262626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rgbClr val="262626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2200" dirty="0">
              <a:solidFill>
                <a:srgbClr val="262626"/>
              </a:solidFill>
            </a:endParaRP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16E74C9-63A2-F07F-8F51-A8261DE61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102" y="2957811"/>
            <a:ext cx="3300443" cy="223873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FFE1D-29ED-30D2-84F2-57651422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38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2F6A24-139E-4EB5-86D2-431F42EF8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63AE85-BE5D-4975-BACF-DDDCC9C2A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E7751F0-16BF-4A9D-B778-5D46B92B44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755924-121A-47AA-8613-995D4108B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4D2AFDA-19BE-4455-830E-1541E5D7B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FB15EBF-E414-4E00-87E7-700A78A60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55A55C-C553-A58E-67A1-27D3A5936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982132"/>
            <a:ext cx="4802185" cy="1303867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DA5B05-DD14-4860-AC45-02A8D2EE1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4517009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for a university&#10;&#10;AI-generated content may be incorrect.">
            <a:extLst>
              <a:ext uri="{FF2B5EF4-FFF2-40B4-BE49-F238E27FC236}">
                <a16:creationId xmlns:a16="http://schemas.microsoft.com/office/drawing/2014/main" id="{FE390E94-B579-1EE4-7D7A-04CD913229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" b="464"/>
          <a:stretch>
            <a:fillRect/>
          </a:stretch>
        </p:blipFill>
        <p:spPr>
          <a:xfrm>
            <a:off x="1412683" y="1410208"/>
            <a:ext cx="3876801" cy="385878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BE37AC-AD36-4C42-9B8C-C5500F4E7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4412" y="2400639"/>
            <a:ext cx="48021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E564-336A-C12D-5257-16F6DD628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12" y="2556932"/>
            <a:ext cx="4802184" cy="3318936"/>
          </a:xfrm>
        </p:spPr>
        <p:txBody>
          <a:bodyPr>
            <a:normAutofit/>
          </a:bodyPr>
          <a:lstStyle/>
          <a:p>
            <a:r>
              <a:rPr lang="en-US" sz="2200" dirty="0"/>
              <a:t>Sales Report Automation streamlines business reporting. It supports data driven decisions, enhances efficiency, and is a core part of digital office transformation. By selecting appropriate tools and addressing implementation considerations, businesses can enhance their sales reporting process</a:t>
            </a:r>
          </a:p>
          <a:p>
            <a:pPr>
              <a:buSzPct val="114999"/>
            </a:pPr>
            <a:endParaRPr lang="en-US" sz="22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419-98FF-8152-4D77-5BD0E191E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630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1AC4D-A3AB-395A-676D-551E718A1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References &amp; 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E044D-29CD-B1F9-7270-F9AD1F372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41" y="2430471"/>
            <a:ext cx="2835464" cy="3552039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rgbClr val="262626"/>
                </a:solidFill>
              </a:rPr>
              <a:t>Refrences</a:t>
            </a:r>
          </a:p>
          <a:p>
            <a:pPr>
              <a:buSzPct val="114999"/>
            </a:pPr>
            <a:r>
              <a:rPr lang="en-US" sz="1800">
                <a:solidFill>
                  <a:srgbClr val="262626"/>
                </a:solidFill>
              </a:rPr>
              <a:t>Microsoft Power Bi Docs</a:t>
            </a:r>
          </a:p>
          <a:p>
            <a:pPr>
              <a:buSzPct val="114999"/>
            </a:pPr>
            <a:r>
              <a:rPr lang="en-US" sz="1800">
                <a:solidFill>
                  <a:srgbClr val="262626"/>
                </a:solidFill>
              </a:rPr>
              <a:t>Tableau Public</a:t>
            </a:r>
          </a:p>
          <a:p>
            <a:pPr marL="0" indent="0">
              <a:buSzPct val="114999"/>
              <a:buNone/>
            </a:pPr>
            <a:endParaRPr lang="en-US" sz="1800">
              <a:solidFill>
                <a:srgbClr val="262626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rgbClr val="262626"/>
                </a:solidFill>
              </a:rPr>
              <a:t>Acknowledgement</a:t>
            </a:r>
          </a:p>
          <a:p>
            <a:pPr marL="0" indent="0">
              <a:buNone/>
            </a:pPr>
            <a:r>
              <a:rPr lang="en-US" sz="1800">
                <a:solidFill>
                  <a:srgbClr val="262626"/>
                </a:solidFill>
              </a:rPr>
              <a:t>Thanks to Chandigarh University 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for a university&#10;&#10;AI-generated content may be incorrect.">
            <a:extLst>
              <a:ext uri="{FF2B5EF4-FFF2-40B4-BE49-F238E27FC236}">
                <a16:creationId xmlns:a16="http://schemas.microsoft.com/office/drawing/2014/main" id="{AE44813D-2C2E-1159-692D-174FF6738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056" y="609602"/>
            <a:ext cx="5587749" cy="558774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143D2-7656-A804-3DC1-95C65FB4C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195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FE9D-4CA4-A3F5-338E-0AE004617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ZA" sz="7200" dirty="0"/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F5430-CB92-80EE-7B1F-D8F2CE1FD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25BCA10360  25BCA10438  25BCA10399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1795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514</TotalTime>
  <Words>537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Garamond</vt:lpstr>
      <vt:lpstr>Organic</vt:lpstr>
      <vt:lpstr>Sales Report Automation</vt:lpstr>
      <vt:lpstr>What is Sales Report Automation</vt:lpstr>
      <vt:lpstr>Sales Report Automation</vt:lpstr>
      <vt:lpstr>Tools and Technologies Used</vt:lpstr>
      <vt:lpstr>What is Sales Report Automation?</vt:lpstr>
      <vt:lpstr>The Automated Workflow</vt:lpstr>
      <vt:lpstr>The Automated Workflow</vt:lpstr>
      <vt:lpstr>The challenges of Manual Reporting</vt:lpstr>
      <vt:lpstr>Key benefits and impact of Sale Report Automaton</vt:lpstr>
      <vt:lpstr>The Automated Workflow/System Design</vt:lpstr>
      <vt:lpstr>How Sales Report Automation Makes Business Easy</vt:lpstr>
      <vt:lpstr>Conclusion</vt:lpstr>
      <vt:lpstr>References &amp; Acknowledgement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Tatenda chikopfa</cp:lastModifiedBy>
  <cp:revision>660</cp:revision>
  <dcterms:created xsi:type="dcterms:W3CDTF">2025-10-18T07:52:10Z</dcterms:created>
  <dcterms:modified xsi:type="dcterms:W3CDTF">2025-10-30T17:50:18Z</dcterms:modified>
</cp:coreProperties>
</file>